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Sales</c:v>
                </c:pt>
              </c:strCache>
            </c:strRef>
          </c:tx>
          <c:spPr>
            <a:solidFill>
              <a:srgbClr val="7EB53F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539000</c:v>
                </c:pt>
                <c:pt idx="1">
                  <c:v>627000</c:v>
                </c:pt>
                <c:pt idx="2">
                  <c:v>315000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Budget Sales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407000</c:v>
                </c:pt>
                <c:pt idx="1">
                  <c:v>410000</c:v>
                </c:pt>
                <c:pt idx="2">
                  <c:v>446000</c:v>
                </c:pt>
                <c:pt idx="3">
                  <c:v>335000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Sales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Invoiced vs Best Estimate vs Open vs REPLAN · 2026 · $ USD gross sales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60120" y="4114800"/>
            <a:ext cx="7680960" cy="457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" y="400507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$0k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960120" y="3486150"/>
            <a:ext cx="7680960" cy="457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" y="337642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$83k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60120" y="2857500"/>
            <a:ext cx="7680960" cy="457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" y="274777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$166k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60120" y="2228850"/>
            <a:ext cx="7680960" cy="457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" y="211912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$249k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960120" y="1600200"/>
            <a:ext cx="7680960" cy="457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" y="149047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$333k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110996" y="3071586"/>
            <a:ext cx="155448" cy="1043214"/>
          </a:xfrm>
          <a:prstGeom prst="rect">
            <a:avLst/>
          </a:prstGeom>
          <a:solidFill>
            <a:srgbClr val="7EB53F"/>
          </a:solidFill>
          <a:ln/>
        </p:spPr>
      </p:sp>
      <p:sp>
        <p:nvSpPr>
          <p:cNvPr id="15" name="Text 13"/>
          <p:cNvSpPr/>
          <p:nvPr/>
        </p:nvSpPr>
        <p:spPr>
          <a:xfrm>
            <a:off x="946404" y="2870418"/>
            <a:ext cx="484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650" dirty="0">
                <a:solidFill>
                  <a:srgbClr val="4D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$138k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1293876" y="3275693"/>
            <a:ext cx="155448" cy="839107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7" name="Text 15"/>
          <p:cNvSpPr/>
          <p:nvPr/>
        </p:nvSpPr>
        <p:spPr>
          <a:xfrm>
            <a:off x="1129284" y="3074525"/>
            <a:ext cx="484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$111k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960120" y="416966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751076" y="1967895"/>
            <a:ext cx="155448" cy="2146905"/>
          </a:xfrm>
          <a:prstGeom prst="rect">
            <a:avLst/>
          </a:prstGeom>
          <a:solidFill>
            <a:srgbClr val="7EB53F"/>
          </a:solidFill>
          <a:ln/>
        </p:spPr>
      </p:sp>
      <p:sp>
        <p:nvSpPr>
          <p:cNvPr id="20" name="Text 18"/>
          <p:cNvSpPr/>
          <p:nvPr/>
        </p:nvSpPr>
        <p:spPr>
          <a:xfrm>
            <a:off x="1586484" y="1766727"/>
            <a:ext cx="484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650" dirty="0">
                <a:solidFill>
                  <a:srgbClr val="4D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$284k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1933956" y="2995990"/>
            <a:ext cx="155448" cy="111881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2" name="Text 20"/>
          <p:cNvSpPr/>
          <p:nvPr/>
        </p:nvSpPr>
        <p:spPr>
          <a:xfrm>
            <a:off x="1769364" y="2794822"/>
            <a:ext cx="484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$148k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600200" y="416966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391156" y="2625574"/>
            <a:ext cx="155448" cy="1489226"/>
          </a:xfrm>
          <a:prstGeom prst="rect">
            <a:avLst/>
          </a:prstGeom>
          <a:solidFill>
            <a:srgbClr val="7EB53F"/>
          </a:solidFill>
          <a:ln/>
        </p:spPr>
      </p:sp>
      <p:sp>
        <p:nvSpPr>
          <p:cNvPr id="25" name="Text 23"/>
          <p:cNvSpPr/>
          <p:nvPr/>
        </p:nvSpPr>
        <p:spPr>
          <a:xfrm>
            <a:off x="2226564" y="2424406"/>
            <a:ext cx="484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650" dirty="0">
                <a:solidFill>
                  <a:srgbClr val="4D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$197k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2574036" y="3003550"/>
            <a:ext cx="155448" cy="111125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7" name="Text 25"/>
          <p:cNvSpPr/>
          <p:nvPr/>
        </p:nvSpPr>
        <p:spPr>
          <a:xfrm>
            <a:off x="2409444" y="2802382"/>
            <a:ext cx="484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$147k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2240280" y="416966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031236" y="3268133"/>
            <a:ext cx="155448" cy="846667"/>
          </a:xfrm>
          <a:prstGeom prst="rect">
            <a:avLst/>
          </a:prstGeom>
          <a:solidFill>
            <a:srgbClr val="7EB53F"/>
          </a:solidFill>
          <a:ln/>
        </p:spPr>
      </p:sp>
      <p:sp>
        <p:nvSpPr>
          <p:cNvPr id="30" name="Text 28"/>
          <p:cNvSpPr/>
          <p:nvPr/>
        </p:nvSpPr>
        <p:spPr>
          <a:xfrm>
            <a:off x="2866644" y="3066965"/>
            <a:ext cx="484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650" dirty="0">
                <a:solidFill>
                  <a:srgbClr val="4D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$112k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3214116" y="3502479"/>
            <a:ext cx="155448" cy="612321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2" name="Text 30"/>
          <p:cNvSpPr/>
          <p:nvPr/>
        </p:nvSpPr>
        <p:spPr>
          <a:xfrm>
            <a:off x="3049524" y="3301311"/>
            <a:ext cx="484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$81k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2880360" y="416966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71316" y="1869621"/>
            <a:ext cx="155448" cy="2245179"/>
          </a:xfrm>
          <a:prstGeom prst="rect">
            <a:avLst/>
          </a:prstGeom>
          <a:solidFill>
            <a:srgbClr val="7EB53F"/>
          </a:solidFill>
          <a:ln/>
        </p:spPr>
      </p:sp>
      <p:sp>
        <p:nvSpPr>
          <p:cNvPr id="35" name="Text 33"/>
          <p:cNvSpPr/>
          <p:nvPr/>
        </p:nvSpPr>
        <p:spPr>
          <a:xfrm>
            <a:off x="3506724" y="1668453"/>
            <a:ext cx="484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650" dirty="0">
                <a:solidFill>
                  <a:srgbClr val="4D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$297k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3854196" y="2459264"/>
            <a:ext cx="155448" cy="165553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7" name="Text 35"/>
          <p:cNvSpPr/>
          <p:nvPr/>
        </p:nvSpPr>
        <p:spPr>
          <a:xfrm>
            <a:off x="3689604" y="2258096"/>
            <a:ext cx="484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$219k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3520440" y="416966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311396" y="2466824"/>
            <a:ext cx="155448" cy="1647976"/>
          </a:xfrm>
          <a:prstGeom prst="rect">
            <a:avLst/>
          </a:prstGeom>
          <a:solidFill>
            <a:srgbClr val="7EB53F"/>
          </a:solidFill>
          <a:ln/>
        </p:spPr>
      </p:sp>
      <p:sp>
        <p:nvSpPr>
          <p:cNvPr id="40" name="Text 38"/>
          <p:cNvSpPr/>
          <p:nvPr/>
        </p:nvSpPr>
        <p:spPr>
          <a:xfrm>
            <a:off x="4146804" y="2265656"/>
            <a:ext cx="484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650" dirty="0">
                <a:solidFill>
                  <a:srgbClr val="4D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$218k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4494276" y="3222776"/>
            <a:ext cx="155448" cy="89202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2" name="Text 40"/>
          <p:cNvSpPr/>
          <p:nvPr/>
        </p:nvSpPr>
        <p:spPr>
          <a:xfrm>
            <a:off x="4329684" y="3021608"/>
            <a:ext cx="484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$118k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4160520" y="416966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951476" y="2890157"/>
            <a:ext cx="155448" cy="1224643"/>
          </a:xfrm>
          <a:prstGeom prst="rect">
            <a:avLst/>
          </a:prstGeom>
          <a:solidFill>
            <a:srgbClr val="7EB53F"/>
          </a:solidFill>
          <a:ln/>
        </p:spPr>
      </p:sp>
      <p:sp>
        <p:nvSpPr>
          <p:cNvPr id="45" name="Text 43"/>
          <p:cNvSpPr/>
          <p:nvPr/>
        </p:nvSpPr>
        <p:spPr>
          <a:xfrm>
            <a:off x="4786884" y="2688989"/>
            <a:ext cx="484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650" dirty="0">
                <a:solidFill>
                  <a:srgbClr val="4D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$162k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5134356" y="3003550"/>
            <a:ext cx="155448" cy="111125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7" name="Text 45"/>
          <p:cNvSpPr/>
          <p:nvPr/>
        </p:nvSpPr>
        <p:spPr>
          <a:xfrm>
            <a:off x="4969764" y="2802382"/>
            <a:ext cx="484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$147k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4800600" y="416966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500116" y="2958193"/>
            <a:ext cx="155448" cy="1156607"/>
          </a:xfrm>
          <a:prstGeom prst="rect">
            <a:avLst/>
          </a:prstGeom>
          <a:solidFill>
            <a:srgbClr val="7EB53F"/>
          </a:solidFill>
          <a:ln/>
        </p:spPr>
      </p:sp>
      <p:sp>
        <p:nvSpPr>
          <p:cNvPr id="50" name="Text 48"/>
          <p:cNvSpPr/>
          <p:nvPr/>
        </p:nvSpPr>
        <p:spPr>
          <a:xfrm>
            <a:off x="5335524" y="2757025"/>
            <a:ext cx="484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650" dirty="0">
                <a:solidFill>
                  <a:srgbClr val="4D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$153k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5500116" y="2368550"/>
            <a:ext cx="155448" cy="589643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2" name="Text 50"/>
          <p:cNvSpPr/>
          <p:nvPr/>
        </p:nvSpPr>
        <p:spPr>
          <a:xfrm>
            <a:off x="5335524" y="2167382"/>
            <a:ext cx="484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650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$78k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5682996" y="2844800"/>
            <a:ext cx="155448" cy="12700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4" name="Text 52"/>
          <p:cNvSpPr/>
          <p:nvPr/>
        </p:nvSpPr>
        <p:spPr>
          <a:xfrm>
            <a:off x="5518404" y="2643632"/>
            <a:ext cx="484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$168k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5865876" y="2383669"/>
            <a:ext cx="155448" cy="1731131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56" name="Text 54"/>
          <p:cNvSpPr/>
          <p:nvPr/>
        </p:nvSpPr>
        <p:spPr>
          <a:xfrm>
            <a:off x="5701284" y="2182501"/>
            <a:ext cx="484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$229k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5440680" y="416966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231636" y="3064026"/>
            <a:ext cx="155448" cy="105077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9" name="Text 57"/>
          <p:cNvSpPr/>
          <p:nvPr/>
        </p:nvSpPr>
        <p:spPr>
          <a:xfrm>
            <a:off x="6067044" y="2862858"/>
            <a:ext cx="484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$139k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6414516" y="2610455"/>
            <a:ext cx="155448" cy="1504345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61" name="Text 59"/>
          <p:cNvSpPr/>
          <p:nvPr/>
        </p:nvSpPr>
        <p:spPr>
          <a:xfrm>
            <a:off x="6249924" y="2409287"/>
            <a:ext cx="484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$199k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6080760" y="416966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871716" y="3169860"/>
            <a:ext cx="155448" cy="9449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4" name="Text 62"/>
          <p:cNvSpPr/>
          <p:nvPr/>
        </p:nvSpPr>
        <p:spPr>
          <a:xfrm>
            <a:off x="6707124" y="2968692"/>
            <a:ext cx="484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$125k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7054596" y="2761645"/>
            <a:ext cx="155448" cy="1353155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66" name="Text 64"/>
          <p:cNvSpPr/>
          <p:nvPr/>
        </p:nvSpPr>
        <p:spPr>
          <a:xfrm>
            <a:off x="6890004" y="2560477"/>
            <a:ext cx="484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$179k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6720840" y="416966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511796" y="3268133"/>
            <a:ext cx="155448" cy="846667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9" name="Text 67"/>
          <p:cNvSpPr/>
          <p:nvPr/>
        </p:nvSpPr>
        <p:spPr>
          <a:xfrm>
            <a:off x="7347204" y="3066965"/>
            <a:ext cx="484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$112k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7694676" y="2844800"/>
            <a:ext cx="155448" cy="12700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71" name="Text 69"/>
          <p:cNvSpPr/>
          <p:nvPr/>
        </p:nvSpPr>
        <p:spPr>
          <a:xfrm>
            <a:off x="7530084" y="2643632"/>
            <a:ext cx="484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$168k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7360920" y="416966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8151876" y="3373967"/>
            <a:ext cx="155448" cy="74083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74" name="Text 72"/>
          <p:cNvSpPr/>
          <p:nvPr/>
        </p:nvSpPr>
        <p:spPr>
          <a:xfrm>
            <a:off x="7987284" y="3172799"/>
            <a:ext cx="484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$98k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8334756" y="3056467"/>
            <a:ext cx="155448" cy="1058333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76" name="Text 74"/>
          <p:cNvSpPr/>
          <p:nvPr/>
        </p:nvSpPr>
        <p:spPr>
          <a:xfrm>
            <a:off x="8170164" y="2855299"/>
            <a:ext cx="484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6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$140k</a:t>
            </a:r>
            <a:endParaRPr lang="en-US" sz="650" dirty="0"/>
          </a:p>
        </p:txBody>
      </p:sp>
      <p:sp>
        <p:nvSpPr>
          <p:cNvPr id="77" name="Text 75"/>
          <p:cNvSpPr/>
          <p:nvPr/>
        </p:nvSpPr>
        <p:spPr>
          <a:xfrm>
            <a:off x="8001000" y="416966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960120" y="4498848"/>
            <a:ext cx="128016" cy="128016"/>
          </a:xfrm>
          <a:prstGeom prst="rect">
            <a:avLst/>
          </a:prstGeom>
          <a:solidFill>
            <a:srgbClr val="7EB53F"/>
          </a:solidFill>
          <a:ln/>
        </p:spPr>
      </p:sp>
      <p:sp>
        <p:nvSpPr>
          <p:cNvPr id="79" name="Text 77"/>
          <p:cNvSpPr/>
          <p:nvPr/>
        </p:nvSpPr>
        <p:spPr>
          <a:xfrm>
            <a:off x="1143000" y="4443984"/>
            <a:ext cx="9034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Invoiced sales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2211019" y="4498848"/>
            <a:ext cx="128016" cy="12801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81" name="Text 79"/>
          <p:cNvSpPr/>
          <p:nvPr/>
        </p:nvSpPr>
        <p:spPr>
          <a:xfrm>
            <a:off x="2393899" y="4443984"/>
            <a:ext cx="215066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· Pessimistic (Best Estimate)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4709160" y="4498848"/>
            <a:ext cx="128016" cy="12801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3" name="Text 81"/>
          <p:cNvSpPr/>
          <p:nvPr/>
        </p:nvSpPr>
        <p:spPr>
          <a:xfrm>
            <a:off x="4892040" y="4443984"/>
            <a:ext cx="7333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orders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5789981" y="4498848"/>
            <a:ext cx="128016" cy="128016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85" name="Text 83"/>
          <p:cNvSpPr/>
          <p:nvPr/>
        </p:nvSpPr>
        <p:spPr>
          <a:xfrm>
            <a:off x="5972861" y="4443984"/>
            <a:ext cx="130027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REPLAN · Normal + SET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by Quarter — 2026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vs. Budget, by quarter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82296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YTD Sales Breakdown by Distributor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YTD sales · Total $800k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97280" y="2011680"/>
            <a:ext cx="4000500" cy="1188720"/>
          </a:xfrm>
          <a:prstGeom prst="rect">
            <a:avLst/>
          </a:prstGeom>
          <a:solidFill>
            <a:srgbClr val="A3224A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011680"/>
            <a:ext cx="40005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97780" y="2011680"/>
            <a:ext cx="2400300" cy="1188720"/>
          </a:xfrm>
          <a:prstGeom prst="rect">
            <a:avLst/>
          </a:prstGeom>
          <a:solidFill>
            <a:srgbClr val="7EB53F"/>
          </a:solidFill>
          <a:ln/>
        </p:spPr>
      </p:sp>
      <p:sp>
        <p:nvSpPr>
          <p:cNvPr id="7" name="Text 5"/>
          <p:cNvSpPr/>
          <p:nvPr/>
        </p:nvSpPr>
        <p:spPr>
          <a:xfrm>
            <a:off x="5097780" y="2011680"/>
            <a:ext cx="24003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97280" y="3566160"/>
            <a:ext cx="164592" cy="164592"/>
          </a:xfrm>
          <a:prstGeom prst="rect">
            <a:avLst/>
          </a:prstGeom>
          <a:solidFill>
            <a:srgbClr val="A3224A"/>
          </a:solidFill>
          <a:ln/>
        </p:spPr>
      </p:sp>
      <p:sp>
        <p:nvSpPr>
          <p:cNvPr id="9" name="Text 7"/>
          <p:cNvSpPr/>
          <p:nvPr/>
        </p:nvSpPr>
        <p:spPr>
          <a:xfrm>
            <a:off x="1325880" y="349300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UNFI · $500k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3566160"/>
            <a:ext cx="164592" cy="164592"/>
          </a:xfrm>
          <a:prstGeom prst="rect">
            <a:avLst/>
          </a:prstGeom>
          <a:solidFill>
            <a:srgbClr val="7EB53F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349300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KeHe · $300k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35240" y="2011680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3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$ 800k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BARIS Weekly Meeting · 2026-08-27</dc:title>
  <dc:subject>PptxGenJS Presentation</dc:subject>
  <dc:creator>PptxGenJS</dc:creator>
  <cp:lastModifiedBy>PptxGenJS</cp:lastModifiedBy>
  <cp:revision>1</cp:revision>
  <dcterms:created xsi:type="dcterms:W3CDTF">2026-08-27T17:35:15Z</dcterms:created>
  <dcterms:modified xsi:type="dcterms:W3CDTF">2026-08-27T17:35:15Z</dcterms:modified>
</cp:coreProperties>
</file>